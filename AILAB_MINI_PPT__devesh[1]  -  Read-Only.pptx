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5701" autoAdjust="0"/>
  </p:normalViewPr>
  <p:slideViewPr>
    <p:cSldViewPr snapToGrid="0">
      <p:cViewPr varScale="1">
        <p:scale>
          <a:sx n="46" d="100"/>
          <a:sy n="46" d="100"/>
        </p:scale>
        <p:origin x="2069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vesh-1406/AI-mini-project-/blob/main/DEVESH%20AILAB_MINI_PROJECT_TEMPLATE_AI%26DS%20update.docx" TargetMode="External"/><Relationship Id="rId2" Type="http://schemas.openxmlformats.org/officeDocument/2006/relationships/hyperlink" Target="https://github.com/Devesh-1406/AI-mini-project-/blob/main/Rock%20paper%20scissors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python.org/3/library/tkinter.html" TargetMode="External"/><Relationship Id="rId2" Type="http://schemas.openxmlformats.org/officeDocument/2006/relationships/hyperlink" Target="https://docs.python.org/3/library/random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programiz.com/python-programming/examples" TargetMode="External"/><Relationship Id="rId5" Type="http://schemas.openxmlformats.org/officeDocument/2006/relationships/hyperlink" Target="https://www.geeksforgeeks.org/python-tkinter-tutorial/" TargetMode="External"/><Relationship Id="rId4" Type="http://schemas.openxmlformats.org/officeDocument/2006/relationships/hyperlink" Target="https://realpython.com/python-gui-tkinte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Rock Paper Scissor Using Decision Making Algorithm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1271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DEVESH</a:t>
                      </a:r>
                      <a:r>
                        <a:rPr lang="en-US" baseline="0" dirty="0"/>
                        <a:t> 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11/11/2025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/>
              <a:t>Brief Overview of Artificial Intelligence:</a:t>
            </a:r>
          </a:p>
          <a:p>
            <a:r>
              <a:rPr lang="en-US" sz="1800" dirty="0"/>
              <a:t>This project is an advanced version of the Rock–Paper–Scissors game implemented using Python. It integrates a modern graphical user interface (GUI) with </a:t>
            </a:r>
            <a:r>
              <a:rPr lang="en-US" sz="1800" dirty="0" err="1"/>
              <a:t>Tkinter</a:t>
            </a:r>
            <a:r>
              <a:rPr lang="en-US" sz="1800" dirty="0"/>
              <a:t>, a scoreboard, and a simple AI prediction system that learns from the player’s past moves. The project demonstrates key Artificial Intelligence concepts like pattern prediction, decision-making, and randomness in a fun and interactive way</a:t>
            </a:r>
            <a:r>
              <a:rPr lang="en-US" sz="2400" dirty="0"/>
              <a:t>. </a:t>
            </a:r>
          </a:p>
          <a:p>
            <a:r>
              <a:rPr lang="en-US" sz="2200" dirty="0"/>
              <a:t>Problem Statement:</a:t>
            </a:r>
          </a:p>
          <a:p>
            <a:r>
              <a:rPr lang="en-US" sz="2000" dirty="0"/>
              <a:t>To design and implement an interactive Rock–Paper–Scissors game using Python that allows continuous play, maintains a scoreboard, and applies a simple AI prediction model based on the user’s past moves, combined with randomness to make the computer’s responses intelligent and unpredictable. </a:t>
            </a:r>
          </a:p>
          <a:p>
            <a:r>
              <a:rPr lang="en-US" sz="2200" dirty="0"/>
              <a:t>Expected Result:</a:t>
            </a:r>
          </a:p>
          <a:p>
            <a:r>
              <a:rPr lang="en-US" sz="2200" dirty="0"/>
              <a:t>The program offers an interactive Rock–Paper–Scissors game using </a:t>
            </a:r>
            <a:r>
              <a:rPr lang="en-US" sz="2200" dirty="0" err="1"/>
              <a:t>Tkinter</a:t>
            </a:r>
            <a:r>
              <a:rPr lang="en-US" sz="2200" dirty="0"/>
              <a:t>, where users play continuously against the computer. It displays round results, maintains a live scoreboard, and uses a simple AI to predict the user’s next move. Players can reset or quit anytime. The goal is to create an enjoyable, intelligent, and user-friendly gaming experience.</a:t>
            </a:r>
          </a:p>
          <a:p>
            <a:r>
              <a:rPr lang="en-US" sz="2200" dirty="0"/>
              <a:t>Possibilities:</a:t>
            </a:r>
          </a:p>
          <a:p>
            <a:r>
              <a:rPr lang="en-US" sz="1700" dirty="0"/>
              <a:t>Future enhancements could include AI-based move prediction, engaging visuals and sound effects, online multiplayer mode, performance tracking, and mobile or web versions using frameworks like </a:t>
            </a:r>
            <a:r>
              <a:rPr lang="en-US" sz="1700" dirty="0" err="1"/>
              <a:t>Kivy</a:t>
            </a:r>
            <a:r>
              <a:rPr lang="en-US" sz="1700" dirty="0"/>
              <a:t> or Flask — making the game more intelligent and interactive.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/>
          <a:lstStyle/>
          <a:p>
            <a:r>
              <a:rPr lang="en-US" dirty="0"/>
              <a:t>This project combines concepts from Artificial Intelligence and human-computer interaction. The random module provides unpredictability in computer decisions, while the AI logic predicts the player’s next move based on their previous choices. The </a:t>
            </a:r>
            <a:r>
              <a:rPr lang="en-US" dirty="0" err="1"/>
              <a:t>Tkinter</a:t>
            </a:r>
            <a:r>
              <a:rPr lang="en-US" dirty="0"/>
              <a:t> GUI offers a user-friendly interface with buttons, labels, and live score updates. It demonstrates decision-making algorithms, pattern recognition, and event-driven programming in Python.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512023"/>
              </p:ext>
            </p:extLst>
          </p:nvPr>
        </p:nvGraphicFramePr>
        <p:xfrm>
          <a:off x="1854200" y="2205222"/>
          <a:ext cx="8128000" cy="28397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hlinkClick r:id="rId2"/>
                        </a:rPr>
                        <a:t>AI-mini-project-/Rock paper scissors at main · Devesh-1406/AI-mini-project- · GitHub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hlinkClick r:id="rId3"/>
                        </a:rPr>
                        <a:t>AI-mini-project-/DEVESH AILAB_MINI_PROJECT_TEMPLATE_AI&amp;DS update.docx at main · Devesh-1406/AI-mini-project-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000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0065" y="1030220"/>
            <a:ext cx="4428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OUTPUT :</a:t>
            </a:r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376766" y="3593068"/>
            <a:ext cx="1181523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EXPLANATION :   </a:t>
            </a:r>
          </a:p>
          <a:p>
            <a:r>
              <a:rPr lang="en-US" dirty="0"/>
              <a:t>   The project is a Python-based Rock–Paper–Scissors game that uses Artificial Intelligence logic and a Graphical User Interface (GUI) created with </a:t>
            </a:r>
            <a:r>
              <a:rPr lang="en-US" dirty="0" err="1"/>
              <a:t>Tkinter</a:t>
            </a:r>
            <a:r>
              <a:rPr lang="en-US" dirty="0"/>
              <a:t>. The player interacts with the system by selecting Rock, Paper, or Scissors using on-screen </a:t>
            </a:r>
            <a:r>
              <a:rPr lang="en-US" dirty="0" err="1"/>
              <a:t>buttons.The</a:t>
            </a:r>
            <a:r>
              <a:rPr lang="en-US" dirty="0"/>
              <a:t> computer’s move is generated using a hybrid algorithm — a combination of random selection and a frequency-based prediction model. The prediction model observes the user’s previous choices, identifies which move the player uses most often, and selects a counter move to increase its chances of </a:t>
            </a:r>
            <a:r>
              <a:rPr lang="en-US" dirty="0" err="1"/>
              <a:t>winning.Each</a:t>
            </a:r>
            <a:r>
              <a:rPr lang="en-US" dirty="0"/>
              <a:t> round’s result is displayed instantly, and a scoreboard keeps track of the player’s and computer’s points. The Reset button allows restarting the game, while the Quit button exits the </a:t>
            </a:r>
            <a:r>
              <a:rPr lang="en-US" dirty="0" err="1"/>
              <a:t>application.This</a:t>
            </a:r>
            <a:r>
              <a:rPr lang="en-US" dirty="0"/>
              <a:t> project demonstrates the practical use of decision-making algorithms, pattern recognition, and event-driven programming in Python, showing how simple AI can be applied to create an interactive and intelligent game.</a:t>
            </a:r>
            <a:endParaRPr lang="en-IN" dirty="0"/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A1F67A8B-0156-5092-AF2C-FA2E9DE8BC82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66557" y="923746"/>
            <a:ext cx="3829685" cy="238398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6FA8794-D08A-0B8F-5DC4-27C0ECB4441C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052734" y="923746"/>
            <a:ext cx="3829050" cy="238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/>
          </a:bodyPr>
          <a:lstStyle/>
          <a:p>
            <a:pPr lvl="0"/>
            <a:r>
              <a:rPr lang="en-US" u="sng" dirty="0"/>
              <a:t>Result:</a:t>
            </a:r>
          </a:p>
          <a:p>
            <a:r>
              <a:rPr lang="en-US" dirty="0"/>
              <a:t>The system successfully allows continuous gameplay with a real-time scoreboard and a simple AI model that predicts the user’s next move. The GUI provides an easy and interactive gaming experience.</a:t>
            </a:r>
            <a:endParaRPr lang="en-IN" dirty="0"/>
          </a:p>
          <a:p>
            <a:pPr lvl="0"/>
            <a:r>
              <a:rPr lang="en-US" u="sng" dirty="0"/>
              <a:t>Future Enhancement:</a:t>
            </a:r>
          </a:p>
          <a:p>
            <a:pPr lvl="0"/>
            <a:r>
              <a:rPr lang="en-US" dirty="0"/>
              <a:t>Integrate </a:t>
            </a:r>
            <a:r>
              <a:rPr lang="en-US" b="1" dirty="0"/>
              <a:t>deep learning models </a:t>
            </a:r>
            <a:r>
              <a:rPr lang="en-US" dirty="0"/>
              <a:t>for more advanced move prediction.</a:t>
            </a:r>
            <a:endParaRPr lang="en-IN" dirty="0"/>
          </a:p>
          <a:p>
            <a:pPr lvl="0"/>
            <a:r>
              <a:rPr lang="en-US" dirty="0"/>
              <a:t>Add </a:t>
            </a:r>
            <a:r>
              <a:rPr lang="en-US" b="1" dirty="0"/>
              <a:t>sound effects and animations</a:t>
            </a:r>
            <a:r>
              <a:rPr lang="en-US" dirty="0"/>
              <a:t>.</a:t>
            </a:r>
            <a:endParaRPr lang="en-IN" dirty="0"/>
          </a:p>
          <a:p>
            <a:pPr lvl="0"/>
            <a:r>
              <a:rPr lang="en-US" dirty="0"/>
              <a:t>Enable </a:t>
            </a:r>
            <a:r>
              <a:rPr lang="en-US" b="1" dirty="0"/>
              <a:t>multiplayer online mode</a:t>
            </a:r>
            <a:r>
              <a:rPr lang="en-US" dirty="0"/>
              <a:t>.</a:t>
            </a:r>
            <a:endParaRPr lang="en-IN" dirty="0"/>
          </a:p>
          <a:p>
            <a:pPr lvl="0"/>
            <a:r>
              <a:rPr lang="en-US" dirty="0"/>
              <a:t>Store </a:t>
            </a:r>
            <a:r>
              <a:rPr lang="en-US" b="1" dirty="0"/>
              <a:t>user history </a:t>
            </a:r>
            <a:r>
              <a:rPr lang="en-US" dirty="0"/>
              <a:t>for long-term learning.</a:t>
            </a:r>
            <a:endParaRPr lang="en-IN" dirty="0"/>
          </a:p>
          <a:p>
            <a:pPr lvl="0"/>
            <a:endParaRPr lang="en-US" u="sng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/>
          </a:bodyPr>
          <a:lstStyle/>
          <a:p>
            <a:pPr lvl="1"/>
            <a:r>
              <a:rPr lang="en-US" u="sng" dirty="0">
                <a:hlinkClick r:id="rId2"/>
              </a:rPr>
              <a:t>https://docs.python.org/3/library/random.html</a:t>
            </a:r>
            <a:endParaRPr lang="en-IN" sz="2000" dirty="0"/>
          </a:p>
          <a:p>
            <a:pPr lvl="1"/>
            <a:r>
              <a:rPr lang="en-US" u="sng" dirty="0">
                <a:hlinkClick r:id="rId3"/>
              </a:rPr>
              <a:t>https://docs.python.org/3/library/tkinter.html</a:t>
            </a:r>
            <a:endParaRPr lang="en-IN" sz="2000" dirty="0"/>
          </a:p>
          <a:p>
            <a:pPr lvl="1"/>
            <a:r>
              <a:rPr lang="en-US" u="sng" dirty="0">
                <a:hlinkClick r:id="rId4"/>
              </a:rPr>
              <a:t>https://realpython.com/python-gui-tkinter/</a:t>
            </a:r>
            <a:endParaRPr lang="en-IN" sz="2000" dirty="0"/>
          </a:p>
          <a:p>
            <a:pPr lvl="1"/>
            <a:r>
              <a:rPr lang="en-US" u="sng" dirty="0">
                <a:hlinkClick r:id="rId5"/>
              </a:rPr>
              <a:t>https://www.geeksforgeeks.org/python-tkinter-tutorial/</a:t>
            </a:r>
            <a:endParaRPr lang="en-IN" sz="2000" dirty="0"/>
          </a:p>
          <a:p>
            <a:pPr lvl="1"/>
            <a:r>
              <a:rPr lang="en-US" u="sng" dirty="0">
                <a:hlinkClick r:id="rId6"/>
              </a:rPr>
              <a:t>https://www.programiz.com/python-programming/examples</a:t>
            </a:r>
            <a:endParaRPr lang="en-IN" sz="2000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737</Words>
  <Application>Microsoft Office PowerPoint</Application>
  <PresentationFormat>Widescreen</PresentationFormat>
  <Paragraphs>68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DEPARTMENT OF ARTIFICIAL INTELLIGENCE AND DATA SCIENCE ACADEMIC YEAR 2025 - 2026 SEMESTER III ARTIFICIAL INTELLIGENCE LABORATORY  MINI PROJECT REVIEW   Rock Paper Scissor Using Decision Making Algorithm</vt:lpstr>
      <vt:lpstr>PROBLEM STATEMENT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ARTIFICIAL INTELLIGENCE AND DATA SCIENCE ACADEMIC YEAR 2025 - 2026 SEMESTER III ARTIFICIAL INTELLIGENCE LABORATORY  MINI PROJECT REVIEW   &lt;TITLE OF THE PROJECT&gt;</dc:title>
  <dc:creator>SANKAR GANESH K</dc:creator>
  <cp:lastModifiedBy>Buvaneshvaran R</cp:lastModifiedBy>
  <cp:revision>14</cp:revision>
  <dcterms:created xsi:type="dcterms:W3CDTF">2025-10-18T08:57:34Z</dcterms:created>
  <dcterms:modified xsi:type="dcterms:W3CDTF">2025-11-11T07:03:13Z</dcterms:modified>
</cp:coreProperties>
</file>